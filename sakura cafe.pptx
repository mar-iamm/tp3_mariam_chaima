
<file path=[Content_Types].xml><?xml version="1.0" encoding="utf-8"?>
<Types xmlns="http://schemas.openxmlformats.org/package/2006/content-types">
  <Default Extension="com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8"/>
  </p:normalViewPr>
  <p:slideViewPr>
    <p:cSldViewPr snapToGrid="0">
      <p:cViewPr varScale="1">
        <p:scale>
          <a:sx n="105" d="100"/>
          <a:sy n="105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9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6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23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5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3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6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55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AB2F4-ABA6-684B-830A-B5F7854FC0FF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50587-73AF-5A41-B510-4ED9FC727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04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com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E879-9772-F841-5A2C-D9ABCD70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4658" y="362908"/>
            <a:ext cx="2273481" cy="167156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lasassy Caps" pitchFamily="2" charset="0"/>
              </a:rPr>
              <a:t>Sakura Café  </a:t>
            </a:r>
          </a:p>
        </p:txBody>
      </p:sp>
      <p:pic>
        <p:nvPicPr>
          <p:cNvPr id="31" name="Content Placeholder 30" descr="A drawing of a restaurant&#10;&#10;AI-generated content may be incorrect.">
            <a:extLst>
              <a:ext uri="{FF2B5EF4-FFF2-40B4-BE49-F238E27FC236}">
                <a16:creationId xmlns:a16="http://schemas.microsoft.com/office/drawing/2014/main" id="{E590DFE4-E53E-D836-F3D2-F7E856E2F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4083" y="2410372"/>
            <a:ext cx="1470995" cy="1470995"/>
          </a:xfrm>
          <a:prstGeom prst="rect">
            <a:avLst/>
          </a:prstGeom>
        </p:spPr>
      </p:pic>
      <p:pic>
        <p:nvPicPr>
          <p:cNvPr id="9" name="Picture 8" descr="A small building with a sign&#10;&#10;AI-generated content may be incorrect.">
            <a:extLst>
              <a:ext uri="{FF2B5EF4-FFF2-40B4-BE49-F238E27FC236}">
                <a16:creationId xmlns:a16="http://schemas.microsoft.com/office/drawing/2014/main" id="{B19326AF-1D53-BC4D-208F-C4BE3BC2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6" r="7" b="18099"/>
          <a:stretch>
            <a:fillRect/>
          </a:stretch>
        </p:blipFill>
        <p:spPr>
          <a:xfrm>
            <a:off x="8969" y="-2"/>
            <a:ext cx="2376092" cy="2228759"/>
          </a:xfrm>
          <a:prstGeom prst="rect">
            <a:avLst/>
          </a:prstGeom>
        </p:spPr>
      </p:pic>
      <p:pic>
        <p:nvPicPr>
          <p:cNvPr id="13" name="Picture 12" descr="A cartoon of a food store&#10;&#10;AI-generated content may be incorrect.">
            <a:extLst>
              <a:ext uri="{FF2B5EF4-FFF2-40B4-BE49-F238E27FC236}">
                <a16:creationId xmlns:a16="http://schemas.microsoft.com/office/drawing/2014/main" id="{B266E28F-E8F5-1AB2-709B-FDB96CC928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35" r="-2" b="-2"/>
          <a:stretch>
            <a:fillRect/>
          </a:stretch>
        </p:blipFill>
        <p:spPr>
          <a:xfrm>
            <a:off x="2579411" y="-2446"/>
            <a:ext cx="2376092" cy="2228759"/>
          </a:xfrm>
          <a:prstGeom prst="rect">
            <a:avLst/>
          </a:prstGeom>
        </p:spPr>
      </p:pic>
      <p:pic>
        <p:nvPicPr>
          <p:cNvPr id="7" name="Picture 6" descr="A drawing of a small store&#10;&#10;AI-generated content may be incorrect.">
            <a:extLst>
              <a:ext uri="{FF2B5EF4-FFF2-40B4-BE49-F238E27FC236}">
                <a16:creationId xmlns:a16="http://schemas.microsoft.com/office/drawing/2014/main" id="{9C87B5B3-CDB8-E79D-F213-142964862CD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4" b="24958"/>
          <a:stretch>
            <a:fillRect/>
          </a:stretch>
        </p:blipFill>
        <p:spPr>
          <a:xfrm>
            <a:off x="5149852" y="-10223"/>
            <a:ext cx="2376092" cy="2228759"/>
          </a:xfrm>
          <a:prstGeom prst="rect">
            <a:avLst/>
          </a:prstGeom>
        </p:spPr>
      </p:pic>
      <p:pic>
        <p:nvPicPr>
          <p:cNvPr id="5" name="Content Placeholder 4" descr="A cartoon of a coffee shop&#10;&#10;AI-generated content may be incorrect.">
            <a:extLst>
              <a:ext uri="{FF2B5EF4-FFF2-40B4-BE49-F238E27FC236}">
                <a16:creationId xmlns:a16="http://schemas.microsoft.com/office/drawing/2014/main" id="{00277A2D-70E9-C044-1709-8D7D9DDEA9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815" r="5" b="22409"/>
          <a:stretch>
            <a:fillRect/>
          </a:stretch>
        </p:blipFill>
        <p:spPr>
          <a:xfrm>
            <a:off x="149411" y="2414683"/>
            <a:ext cx="3062629" cy="1892051"/>
          </a:xfrm>
          <a:prstGeom prst="rect">
            <a:avLst/>
          </a:prstGeom>
        </p:spPr>
      </p:pic>
      <p:pic>
        <p:nvPicPr>
          <p:cNvPr id="15" name="Picture 14" descr="A set of pink flowers and branches&#10;&#10;AI-generated content may be incorrect.">
            <a:extLst>
              <a:ext uri="{FF2B5EF4-FFF2-40B4-BE49-F238E27FC236}">
                <a16:creationId xmlns:a16="http://schemas.microsoft.com/office/drawing/2014/main" id="{50BA6AB8-DF6B-079B-37E8-C70256AB60A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6214" r="-5" b="6733"/>
          <a:stretch>
            <a:fillRect/>
          </a:stretch>
        </p:blipFill>
        <p:spPr>
          <a:xfrm>
            <a:off x="149411" y="4492660"/>
            <a:ext cx="3062629" cy="2143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8EE0C6-2843-875A-6F0D-B631220CA92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209" b="7209"/>
          <a:stretch/>
        </p:blipFill>
        <p:spPr>
          <a:xfrm>
            <a:off x="3467698" y="2646182"/>
            <a:ext cx="3513191" cy="3918714"/>
          </a:xfrm>
          <a:prstGeom prst="rect">
            <a:avLst/>
          </a:prstGeom>
        </p:spPr>
      </p:pic>
      <p:pic>
        <p:nvPicPr>
          <p:cNvPr id="36" name="Picture 35" descr="A couple of square cakes in plastic containers&#10;&#10;AI-generated content may be incorrect.">
            <a:extLst>
              <a:ext uri="{FF2B5EF4-FFF2-40B4-BE49-F238E27FC236}">
                <a16:creationId xmlns:a16="http://schemas.microsoft.com/office/drawing/2014/main" id="{72C184DD-BC1D-E1B9-851D-D756ED0952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3592" y="4073203"/>
            <a:ext cx="1878552" cy="2503885"/>
          </a:xfrm>
          <a:prstGeom prst="rect">
            <a:avLst/>
          </a:prstGeom>
        </p:spPr>
      </p:pic>
      <p:pic>
        <p:nvPicPr>
          <p:cNvPr id="40" name="Picture 39" descr="A drawing of a cat sitting at a table&#10;&#10;AI-generated content may be incorrect.">
            <a:extLst>
              <a:ext uri="{FF2B5EF4-FFF2-40B4-BE49-F238E27FC236}">
                <a16:creationId xmlns:a16="http://schemas.microsoft.com/office/drawing/2014/main" id="{C4D95A42-2A77-7700-B6F0-DBD713632D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9729" y="4073203"/>
            <a:ext cx="2494247" cy="2660303"/>
          </a:xfrm>
          <a:prstGeom prst="rect">
            <a:avLst/>
          </a:prstGeom>
        </p:spPr>
      </p:pic>
      <p:pic>
        <p:nvPicPr>
          <p:cNvPr id="42" name="Picture 41" descr="A cartoon of a building with cherry blossoms&#10;&#10;AI-generated content may be incorrect.">
            <a:extLst>
              <a:ext uri="{FF2B5EF4-FFF2-40B4-BE49-F238E27FC236}">
                <a16:creationId xmlns:a16="http://schemas.microsoft.com/office/drawing/2014/main" id="{2ABEA8AF-E9B6-673B-1556-ECC7181E07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V="1">
            <a:off x="10776853" y="2218536"/>
            <a:ext cx="1423125" cy="1783246"/>
          </a:xfrm>
          <a:prstGeom prst="rect">
            <a:avLst/>
          </a:prstGeom>
        </p:spPr>
      </p:pic>
      <p:pic>
        <p:nvPicPr>
          <p:cNvPr id="44" name="Picture 43" descr="A cartoon of a pink building&#10;&#10;AI-generated content may be incorrect.">
            <a:extLst>
              <a:ext uri="{FF2B5EF4-FFF2-40B4-BE49-F238E27FC236}">
                <a16:creationId xmlns:a16="http://schemas.microsoft.com/office/drawing/2014/main" id="{7402361F-F476-63B6-417F-AA0B13BE6B4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2326" y="2226313"/>
            <a:ext cx="1729632" cy="1892051"/>
          </a:xfrm>
          <a:prstGeom prst="rect">
            <a:avLst/>
          </a:prstGeom>
        </p:spPr>
      </p:pic>
      <p:pic>
        <p:nvPicPr>
          <p:cNvPr id="46" name="Picture 45" descr="A drawing of a small building&#10;&#10;AI-generated content may be incorrect.">
            <a:extLst>
              <a:ext uri="{FF2B5EF4-FFF2-40B4-BE49-F238E27FC236}">
                <a16:creationId xmlns:a16="http://schemas.microsoft.com/office/drawing/2014/main" id="{179E4698-1A29-7D89-4F56-EDEEBA8585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87695" y="251441"/>
            <a:ext cx="1423125" cy="170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9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Alasassy Caps</vt:lpstr>
      <vt:lpstr>Aptos</vt:lpstr>
      <vt:lpstr>Aptos Display</vt:lpstr>
      <vt:lpstr>Arial</vt:lpstr>
      <vt:lpstr>Office Theme</vt:lpstr>
      <vt:lpstr>Sakura Café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chaima chahed</dc:creator>
  <cp:lastModifiedBy>chaima chahed</cp:lastModifiedBy>
  <cp:revision>1</cp:revision>
  <dcterms:created xsi:type="dcterms:W3CDTF">2026-04-07T00:55:15Z</dcterms:created>
  <dcterms:modified xsi:type="dcterms:W3CDTF">2026-04-07T01:07:21Z</dcterms:modified>
</cp:coreProperties>
</file>